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Анализ новостного потока как влияние на технический анализ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Введение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 работы — изучение влияния новостей на динамику акций.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Используется AAPL как объект исследования.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Применение моделей ИИ для обработки новостного потока.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Исходные данные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Исторические данные по акциям AAPL (Yahoo Finance).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Новостной поток — заголовки, собранные в CSV.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Период анализа: </a:t>
            </a:r>
            <a:r>
              <a:rPr lang="en-US"/>
              <a:t>2023-2024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г</a:t>
            </a:r>
            <a:r>
              <a:rPr lang="en-US"/>
              <a:t>г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Обработка новостей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57200" y="1600200"/>
            <a:ext cx="82296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603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Классификация: положительные, нейтральные, отрицательные новости.</a:t>
            </a:r>
            <a:endParaRPr sz="1900"/>
          </a:p>
          <a:p>
            <a:pPr indent="-26035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Объединение с тех. индикаторами по дате публикации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342900" rtl="0" algn="l">
              <a:spcBef>
                <a:spcPts val="64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Data source https://www.kaggle.com/datasets/keitazoumana/financialnewsheadline</a:t>
            </a:r>
            <a:endParaRPr sz="1900"/>
          </a:p>
        </p:txBody>
      </p:sp>
      <p:pic>
        <p:nvPicPr>
          <p:cNvPr id="103" name="Google Shape;10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00" y="3165875"/>
            <a:ext cx="4290074" cy="352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165875"/>
            <a:ext cx="4196362" cy="352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457200" y="1"/>
            <a:ext cx="82296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Технический анализ</a:t>
            </a:r>
            <a:endParaRPr sz="3000"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57200" y="753575"/>
            <a:ext cx="82296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Вычислены индикаторы RSI, MACD.</a:t>
            </a:r>
            <a:endParaRPr sz="1800"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Используются для анализа динамики цен.</a:t>
            </a:r>
            <a:endParaRPr sz="1800"/>
          </a:p>
          <a:p>
            <a:pPr indent="-254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Точки сопоставлены с новостями по дате.</a:t>
            </a:r>
            <a:endParaRPr sz="1800"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450" y="1952975"/>
            <a:ext cx="7809375" cy="4706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Следующие шаги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Построение графиков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цена акции с маркерами по тональности новостей.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Выявлен</a:t>
            </a:r>
            <a:r>
              <a:rPr lang="en-US" sz="2800"/>
              <a:t>ие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зависимости между реакцией рынка и типом новости.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Анализ </a:t>
            </a:r>
            <a:r>
              <a:rPr lang="en-US" sz="2800"/>
              <a:t>полученных</a:t>
            </a:r>
            <a:r>
              <a:rPr lang="en-US" sz="2800"/>
              <a:t> результатов</a:t>
            </a:r>
            <a:endParaRPr sz="2800"/>
          </a:p>
          <a:p>
            <a:pPr indent="-317500" lvl="0" marL="342900" rtl="0" algn="l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Вывод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